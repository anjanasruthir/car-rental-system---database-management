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Prompt Medium"/>
      <p:regular r:id="rId20"/>
    </p:embeddedFont>
    <p:embeddedFont>
      <p:font typeface="Prompt Medium"/>
      <p:regular r:id="rId21"/>
    </p:embeddedFont>
    <p:embeddedFont>
      <p:font typeface="Prompt Medium"/>
      <p:regular r:id="rId22"/>
    </p:embeddedFont>
    <p:embeddedFont>
      <p:font typeface="Prompt Medium"/>
      <p:regular r:id="rId23"/>
    </p:embeddedFont>
    <p:embeddedFont>
      <p:font typeface="Mukta Light"/>
      <p:regular r:id="rId24"/>
    </p:embeddedFont>
    <p:embeddedFont>
      <p:font typeface="Mukta Light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2716173"/>
            <a:ext cx="7381875" cy="2797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0"/>
              </a:lnSpc>
              <a:buNone/>
            </a:pPr>
            <a:r>
              <a:rPr lang="en-US" sz="88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CAR RENTAL SYSTEM</a:t>
            </a:r>
            <a:endParaRPr lang="en-US" sz="8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1470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4545568"/>
            <a:ext cx="5594747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81063" y="5622369"/>
            <a:ext cx="12868275" cy="120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Welcome! This presentation outlines the Car Rental System database, a robust solution designed to optimize car rental agency operations. By centralizing data, enhancing efficiency, and improving customer experiences, this system delivers a powerful platform for growth and success.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815816"/>
            <a:ext cx="5594747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Database Purpose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81063" y="1892618"/>
            <a:ext cx="12868275" cy="120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Car Rental System database is designed to provide a comprehensive and integrated solution for managing all aspects of car rentals. From customer management and vehicle inventory tracking to booking processes and maintenance records, this system streamlines every operation.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81063" y="3478887"/>
            <a:ext cx="5594747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Features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81063" y="4555688"/>
            <a:ext cx="128682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Efficient rental vehicle management streamlines inventory, bookings, maintenance, and customer service.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81063" y="5046702"/>
            <a:ext cx="128682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Branch and Employee Management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81063" y="5537716"/>
            <a:ext cx="128682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Dynamic Maintenance Scheduling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81063" y="6028730"/>
            <a:ext cx="128682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Customer Feedback Integration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81063" y="6519743"/>
            <a:ext cx="128682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Multi-Branch Functionality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81063" y="7010757"/>
            <a:ext cx="128682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Billing Management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6832" y="467558"/>
            <a:ext cx="8176617" cy="470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Objectives for Optimizing Rental Operations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7303770" y="1277422"/>
            <a:ext cx="22860" cy="6484620"/>
          </a:xfrm>
          <a:prstGeom prst="roundRect">
            <a:avLst>
              <a:gd name="adj" fmla="val 311453"/>
            </a:avLst>
          </a:prstGeom>
          <a:solidFill>
            <a:srgbClr val="6D4562"/>
          </a:solidFill>
          <a:ln/>
        </p:spPr>
      </p:sp>
      <p:sp>
        <p:nvSpPr>
          <p:cNvPr id="4" name="Shape 2"/>
          <p:cNvSpPr/>
          <p:nvPr/>
        </p:nvSpPr>
        <p:spPr>
          <a:xfrm>
            <a:off x="6554093" y="1647230"/>
            <a:ext cx="593288" cy="22860"/>
          </a:xfrm>
          <a:prstGeom prst="roundRect">
            <a:avLst>
              <a:gd name="adj" fmla="val 311453"/>
            </a:avLst>
          </a:prstGeom>
          <a:solidFill>
            <a:srgbClr val="6D4562"/>
          </a:solidFill>
          <a:ln/>
        </p:spPr>
      </p:sp>
      <p:sp>
        <p:nvSpPr>
          <p:cNvPr id="5" name="Shape 3"/>
          <p:cNvSpPr/>
          <p:nvPr/>
        </p:nvSpPr>
        <p:spPr>
          <a:xfrm>
            <a:off x="7124521" y="1468041"/>
            <a:ext cx="381357" cy="381357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72873" y="1545669"/>
            <a:ext cx="84534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2957393" y="1446848"/>
            <a:ext cx="3425547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Comprehensive Vehicle Management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3288" y="1783913"/>
            <a:ext cx="5789652" cy="813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Track every vehicle across branches, including details like type, brand, model, fuel, and maintenance status. Ensure optimal fleet utilization, streamlined scheduling, and reliable availability.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83019" y="2494717"/>
            <a:ext cx="593288" cy="22860"/>
          </a:xfrm>
          <a:prstGeom prst="roundRect">
            <a:avLst>
              <a:gd name="adj" fmla="val 311453"/>
            </a:avLst>
          </a:prstGeom>
          <a:solidFill>
            <a:srgbClr val="6D4562"/>
          </a:solidFill>
          <a:ln/>
        </p:spPr>
      </p:sp>
      <p:sp>
        <p:nvSpPr>
          <p:cNvPr id="10" name="Shape 8"/>
          <p:cNvSpPr/>
          <p:nvPr/>
        </p:nvSpPr>
        <p:spPr>
          <a:xfrm>
            <a:off x="7124521" y="2315528"/>
            <a:ext cx="381357" cy="381357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49061" y="2393156"/>
            <a:ext cx="132278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247459" y="2294334"/>
            <a:ext cx="2746653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Integrated Branch Operations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47459" y="2631400"/>
            <a:ext cx="5789652" cy="813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Link branches to their vehicles, employees, and customers for localized management with centralized oversight. Maintain operational consistency across your network.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54093" y="3324225"/>
            <a:ext cx="593288" cy="22860"/>
          </a:xfrm>
          <a:prstGeom prst="roundRect">
            <a:avLst>
              <a:gd name="adj" fmla="val 311453"/>
            </a:avLst>
          </a:prstGeom>
          <a:solidFill>
            <a:srgbClr val="6D4562"/>
          </a:solidFill>
          <a:ln/>
        </p:spPr>
      </p:sp>
      <p:sp>
        <p:nvSpPr>
          <p:cNvPr id="15" name="Shape 13"/>
          <p:cNvSpPr/>
          <p:nvPr/>
        </p:nvSpPr>
        <p:spPr>
          <a:xfrm>
            <a:off x="7124521" y="3145036"/>
            <a:ext cx="381357" cy="381357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9656" y="3222665"/>
            <a:ext cx="131088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3784640" y="3123843"/>
            <a:ext cx="2598301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Customer-Centric Approach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93288" y="3460909"/>
            <a:ext cx="5789652" cy="813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Capture comprehensive customer profiles, including booking history and feedback. Provide personalized service, reduce check-in/out times, and keep customers satisfied.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83019" y="4153733"/>
            <a:ext cx="593288" cy="22860"/>
          </a:xfrm>
          <a:prstGeom prst="roundRect">
            <a:avLst>
              <a:gd name="adj" fmla="val 311453"/>
            </a:avLst>
          </a:prstGeom>
          <a:solidFill>
            <a:srgbClr val="6D4562"/>
          </a:solidFill>
          <a:ln/>
        </p:spPr>
      </p:sp>
      <p:sp>
        <p:nvSpPr>
          <p:cNvPr id="20" name="Shape 18"/>
          <p:cNvSpPr/>
          <p:nvPr/>
        </p:nvSpPr>
        <p:spPr>
          <a:xfrm>
            <a:off x="7124521" y="3974544"/>
            <a:ext cx="381357" cy="381357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6322" y="4052173"/>
            <a:ext cx="137636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8247459" y="3953351"/>
            <a:ext cx="2505551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Seamless Booking &amp; Billing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47459" y="4290417"/>
            <a:ext cx="5789652" cy="54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Manage bookings, link them to customers and vehicles, and generate detailed billing reports. Track payment status for accuracy and transparency.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54093" y="4983242"/>
            <a:ext cx="593288" cy="22860"/>
          </a:xfrm>
          <a:prstGeom prst="roundRect">
            <a:avLst>
              <a:gd name="adj" fmla="val 311453"/>
            </a:avLst>
          </a:prstGeom>
          <a:solidFill>
            <a:srgbClr val="6D4562"/>
          </a:solidFill>
          <a:ln/>
        </p:spPr>
      </p:sp>
      <p:sp>
        <p:nvSpPr>
          <p:cNvPr id="25" name="Shape 23"/>
          <p:cNvSpPr/>
          <p:nvPr/>
        </p:nvSpPr>
        <p:spPr>
          <a:xfrm>
            <a:off x="7124521" y="4804053"/>
            <a:ext cx="381357" cy="381357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9894" y="4881682"/>
            <a:ext cx="130493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5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3210401" y="4782860"/>
            <a:ext cx="3172539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Maintenance and Service Tracking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93288" y="5119926"/>
            <a:ext cx="5789652" cy="813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system maintains detailed records of vehicle cleaning, repair, and service history to ensure optimal vehicle condition, reduce downtime, and enhance customer safety.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83019" y="5812750"/>
            <a:ext cx="593288" cy="22860"/>
          </a:xfrm>
          <a:prstGeom prst="roundRect">
            <a:avLst>
              <a:gd name="adj" fmla="val 311453"/>
            </a:avLst>
          </a:prstGeom>
          <a:solidFill>
            <a:srgbClr val="6D4562"/>
          </a:solidFill>
          <a:ln/>
        </p:spPr>
      </p:sp>
      <p:sp>
        <p:nvSpPr>
          <p:cNvPr id="30" name="Shape 28"/>
          <p:cNvSpPr/>
          <p:nvPr/>
        </p:nvSpPr>
        <p:spPr>
          <a:xfrm>
            <a:off x="7124521" y="5633561"/>
            <a:ext cx="381357" cy="381357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45251" y="5711190"/>
            <a:ext cx="139898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6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8247459" y="5612368"/>
            <a:ext cx="3394353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Feedback &amp; Performance Monitoring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47459" y="5949434"/>
            <a:ext cx="5789652" cy="813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Enables collection and analysis of customer feedback, providing insights for service improvement. Tracks key performance metrics, such as average rental durations and vehicle utilization rates, to optimize operations.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54093" y="6642259"/>
            <a:ext cx="593288" cy="22860"/>
          </a:xfrm>
          <a:prstGeom prst="roundRect">
            <a:avLst>
              <a:gd name="adj" fmla="val 311453"/>
            </a:avLst>
          </a:prstGeom>
          <a:solidFill>
            <a:srgbClr val="6D4562"/>
          </a:solidFill>
          <a:ln/>
        </p:spPr>
      </p:sp>
      <p:sp>
        <p:nvSpPr>
          <p:cNvPr id="35" name="Shape 33"/>
          <p:cNvSpPr/>
          <p:nvPr/>
        </p:nvSpPr>
        <p:spPr>
          <a:xfrm>
            <a:off x="7124521" y="6463070"/>
            <a:ext cx="381357" cy="381357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53585" y="6540698"/>
            <a:ext cx="123230" cy="225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7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4322207" y="6441877"/>
            <a:ext cx="2060734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Scalability and Growth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593288" y="6778943"/>
            <a:ext cx="5789652" cy="813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database is designed to scale with growing customer bases, vehicle inventories, and new branch additions, ensuring long-term sustainability and adaptability for expanding operations.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54372" y="460534"/>
            <a:ext cx="3721656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ERD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9751" y="1260634"/>
            <a:ext cx="7190899" cy="65108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063" y="1044178"/>
            <a:ext cx="734020" cy="664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36827" y="1012746"/>
            <a:ext cx="6055043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Database Objects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81063" y="2526387"/>
            <a:ext cx="2976682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STORED PROCEDURES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81063" y="3127772"/>
            <a:ext cx="61270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Get Branch Details by City: Retrieves branch details and calculates total branches with error handling.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81063" y="4021693"/>
            <a:ext cx="61270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Calculate Total Revenue for a Branch: Computes total revenue with efficient aggregate functions.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81063" y="5079206"/>
            <a:ext cx="4552117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USER-DEFINED FUNCTIONS (UDFs)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81063" y="5680591"/>
            <a:ext cx="61270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Get Vehicle Utilization Rate: Calculates utilization percentage for fleet management.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881063" y="6574512"/>
            <a:ext cx="61270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Calculate Booking Duration: Returns booking duration in days for operational analysis.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7629882" y="2526387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VIEWS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629882" y="3127772"/>
            <a:ext cx="61270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Vehicle Availability View: Displays vehicle availability status using dynamic CASE statements.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7629882" y="4021693"/>
            <a:ext cx="61270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Revenue by Branch: Summarizes bookings and revenue by branch for performance insights.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7629882" y="5079206"/>
            <a:ext cx="3249692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TRIGGERS AND INDEXES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629882" y="5680591"/>
            <a:ext cx="61270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Booking Status Change Logger: Logs booking status changes for auditability.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7629882" y="6574512"/>
            <a:ext cx="61270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Non-Clustered Index (e.g., idx_Booking_BookingDate): Optimizes search queries for faster response.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4977" y="525661"/>
            <a:ext cx="7380446" cy="530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VIEWS/ STORED PROCEDURES/ UDF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893" y="1557933"/>
            <a:ext cx="4868704" cy="356258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944" y="1557933"/>
            <a:ext cx="4396026" cy="59310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063" y="2027515"/>
            <a:ext cx="6245304" cy="38598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6202085"/>
            <a:ext cx="6245304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endParaRPr lang="en-US" sz="19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914" y="2027515"/>
            <a:ext cx="6245423" cy="38598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03914" y="6202085"/>
            <a:ext cx="6245423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72144" y="629364"/>
            <a:ext cx="5086112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PowerBI Dashboard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8503" y="1722834"/>
            <a:ext cx="10013394" cy="58784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7827" y="709732"/>
            <a:ext cx="5594747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GUI - JavaSwing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81063" y="1912501"/>
            <a:ext cx="128682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Add, Edit and Manage all CRUD operations without any foreign key violations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81063" y="2692956"/>
            <a:ext cx="6801922" cy="559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Vehicle Inventory Management</a:t>
            </a:r>
            <a:endParaRPr lang="en-US" sz="3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8140" y="3629858"/>
            <a:ext cx="6294120" cy="3890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1063" y="7519868"/>
            <a:ext cx="128682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1061561"/>
            <a:ext cx="9097923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Booking and Billing Management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063" y="2421493"/>
            <a:ext cx="6127075" cy="31064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882" y="2421493"/>
            <a:ext cx="6127075" cy="44634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1157645"/>
            <a:ext cx="10435352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Customer and Feedback Management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063" y="2517577"/>
            <a:ext cx="6127075" cy="424255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882" y="2517577"/>
            <a:ext cx="6127075" cy="42712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063" y="1548051"/>
            <a:ext cx="7381875" cy="1398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1000"/>
              </a:lnSpc>
              <a:buNone/>
            </a:pPr>
            <a:r>
              <a:rPr lang="en-US" sz="88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881063" y="3324225"/>
            <a:ext cx="7381875" cy="96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7550"/>
              </a:lnSpc>
              <a:buNone/>
            </a:pPr>
            <a:r>
              <a:rPr lang="en-US" sz="6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Conclusion:</a:t>
            </a:r>
            <a:endParaRPr lang="en-US" sz="6050" dirty="0"/>
          </a:p>
        </p:txBody>
      </p:sp>
      <p:sp>
        <p:nvSpPr>
          <p:cNvPr id="5" name="Text 2"/>
          <p:cNvSpPr/>
          <p:nvPr/>
        </p:nvSpPr>
        <p:spPr>
          <a:xfrm>
            <a:off x="881063" y="4666893"/>
            <a:ext cx="7381875" cy="2014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System database optimizes operational efficiency, improves customer satisfaction, and enables informed decision-making by centralizing key processes. Its scalable architecture ensures that car rental businesses can grow and adapt to evolving needs, providing long-term value and sustainability.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2025-02-21T01:06:19Z</dcterms:created>
  <dcterms:modified xsi:type="dcterms:W3CDTF">2025-02-21T01:06:19Z</dcterms:modified>
</cp:coreProperties>
</file>